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/>
    <p:restoredTop sz="94684"/>
  </p:normalViewPr>
  <p:slideViewPr>
    <p:cSldViewPr snapToGrid="0">
      <p:cViewPr varScale="1">
        <p:scale>
          <a:sx n="146" d="100"/>
          <a:sy n="146" d="100"/>
        </p:scale>
        <p:origin x="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2026. 8. 15.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2026. 8. 15.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8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 구조 — 결합길이 · 결합각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4718304" cy="20848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AIMD(PBE) 1.630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[1]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7net-Omni(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채널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증류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underbinding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상속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11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PBE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재현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절반만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이동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07477"/>
              </p:ext>
            </p:extLst>
          </p:nvPr>
        </p:nvGraphicFramePr>
        <p:xfrm>
          <a:off x="548640" y="1019514"/>
          <a:ext cx="4718304" cy="20234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 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 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9526" y="3071401"/>
            <a:ext cx="4983480" cy="453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제1피크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평균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결합각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(°),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2.20 g/cm³ · 300 K.  </a:t>
            </a:r>
            <a:br>
              <a:rPr lang="en-US"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</a:b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altLang="ko-KR" sz="100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lang="ko-KR" altLang="en-US"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ps로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연구의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100배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급냉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정답으로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두지</a:t>
            </a:r>
            <a:r>
              <a:rPr sz="10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않음</a:t>
            </a:r>
            <a:endParaRPr sz="100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E46EF3F-435D-7424-B1D7-97879AF1AC3D}"/>
              </a:ext>
            </a:extLst>
          </p:cNvPr>
          <p:cNvGrpSpPr/>
          <p:nvPr/>
        </p:nvGrpSpPr>
        <p:grpSpPr>
          <a:xfrm>
            <a:off x="8920094" y="953155"/>
            <a:ext cx="3099816" cy="4295501"/>
            <a:chOff x="8800351" y="953155"/>
            <a:chExt cx="3099816" cy="4295501"/>
          </a:xfrm>
        </p:grpSpPr>
        <p:pic>
          <p:nvPicPr>
            <p:cNvPr id="7" name="Picture 6" descr="fig_bad_ver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0536" y="1188720"/>
              <a:ext cx="2779776" cy="405993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8800351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Bond Angle Distribution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Dechant, JPCC 130, 7148 (2026)   ·   [2] Wright, JNCS 179, 84 (1994)   ·   [3] Dupree &amp; Pettifer, Nature 308, 523 (1984)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B84643-174A-0866-0C92-968F74680881}"/>
              </a:ext>
            </a:extLst>
          </p:cNvPr>
          <p:cNvGrpSpPr/>
          <p:nvPr/>
        </p:nvGrpSpPr>
        <p:grpSpPr>
          <a:xfrm>
            <a:off x="5651863" y="953155"/>
            <a:ext cx="3409798" cy="4498498"/>
            <a:chOff x="5532120" y="953155"/>
            <a:chExt cx="3409798" cy="4498498"/>
          </a:xfrm>
        </p:grpSpPr>
        <p:pic>
          <p:nvPicPr>
            <p:cNvPr id="6" name="Picture 5" descr="fig_pd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2120" y="985723"/>
              <a:ext cx="3409798" cy="44659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448121-AFA5-669C-ABCA-E6AACB33C7C1}"/>
                </a:ext>
              </a:extLst>
            </p:cNvPr>
            <p:cNvSpPr txBox="1"/>
            <p:nvPr/>
          </p:nvSpPr>
          <p:spPr>
            <a:xfrm>
              <a:off x="5646420" y="953155"/>
              <a:ext cx="3099816" cy="3319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Partial Distribution Function</a:t>
              </a:r>
              <a:endParaRPr sz="1600" b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 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FSDP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불변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807" y="4754880"/>
            <a:ext cx="1008333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1.593 → 1.590 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+6.7 % [4]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진폭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1.462 → 1.360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국소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주기성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(2π/q)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역수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지배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경로에서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불변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969702"/>
            <a:ext cx="8385048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1952" y="4325112"/>
            <a:ext cx="8385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구조인자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S(q) — (a)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구간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, (b) FSDP </a:t>
            </a:r>
            <a:r>
              <a:rPr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확대</a:t>
            </a: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[exp.: [4]]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Zeidler, PRL 113, 135501 (2014). FSDP = first sharp diffraction peak, 유리 중거리 질서의 표준 지표.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9" y="936181"/>
            <a:ext cx="4089342" cy="3346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769" y="4032548"/>
            <a:ext cx="62579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좌: E–V / virial P–V → ρ₀ · K₀          우: 동일 밀도에서 읽은 K(ρ)          [exp.: [5][7]]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52628"/>
            <a:ext cx="1109167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표면상 BKS 우세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밀도에선 3 % 이내 일치 — K₀′ &lt; 0이라 BKS의 과대 밀도가 K를 낮춤 (오차 상쇄)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2.20: 45.3 / 43.9 vs 실험 37 GPa [5] — 둘 다 약 20 % 과대. DFT(GGA) 문헌도 40–46 GPa 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Deschamps, Sci. Rep. 4, 7193 (2014)   ·   [6] Roy &amp; Bongiorno, JPCC 128, 21220 (2024)   ·   [7] Mazurin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cutoff 4.5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천장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OMP 1.83배 /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프로세스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1.98배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메모리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대역폭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제한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MLIP O(N) vs DFT O(N³)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연구에서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미측정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 = 원자 수 × 스텝 수 ÷ 벽시계 시간(atom-step/s). 배수는 조건 의존 — cutoff 5.5 Å · ρ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 · 셀 2,160원자 · excess energy 미계산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생성: 용융 중 NPT → 부피 붕괴 (2.26 → 2.62 g/cm³) → NVT 고정 부피로 전환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 [8] — 현 CPU 기준 20 ps ≈ 11시간, GPU 1장이면 실용 범위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Erhard et al., npj Comput.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689512"/>
              </p:ext>
            </p:extLst>
          </p:nvPr>
        </p:nvGraphicFramePr>
        <p:xfrm>
          <a:off x="548640" y="1124712"/>
          <a:ext cx="11091672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포텐셜</a:t>
                      </a:r>
                      <a:r>
                        <a:rPr lang="en-US" altLang="ko-KR" sz="1200" b="1" i="0" baseline="3000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[9]</a:t>
                      </a:r>
                      <a:endParaRPr sz="1200" b="1" i="0" baseline="30000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Coulomb, q(Si) = +2.4 e / q(O) = −1.2 e,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r_c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PPPM 1×10⁻⁴,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분산항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tail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보정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on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 안전항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반발 core (WCA형): O–O σ = 1.50 Å, ε = 3.0 eV / Si–O σ = 1.10 Å, ε = 4.0 eV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고정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melt-quench: 300 → 4000 K 50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 K 200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용융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 → 300 K (100 K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× 20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 → 300 K 100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endParaRPr sz="1200" b="0" i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용융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검증</a:t>
                      </a:r>
                      <a:endParaRPr sz="1200" b="1" i="0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MSD 65.4 Å² (4000 K 200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시간에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선형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 —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확산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확인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후에만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quench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진행</a:t>
                      </a:r>
                      <a:endParaRPr sz="1200" b="0" i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적분</a:t>
                      </a: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열욕</a:t>
                      </a:r>
                      <a:endParaRPr sz="1200" b="1" i="0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timestep 1 fs, Nosé–Hoover NVT, T_damp = 0.1 ps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neighbor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bin, skin 2.0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(BKS) / 1.0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(7net), every 1 delay 0 check yes, comm cutoff 9.0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(7net)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production 3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궤적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20 step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저장</a:t>
                      </a:r>
                      <a:endParaRPr sz="1200" b="0" i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300 K NPT </a:t>
                      </a:r>
                      <a:r>
                        <a:rPr sz="1200" b="1" i="0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대조</a:t>
                      </a:r>
                      <a:endParaRPr sz="1200" b="1" i="0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 tail on, 100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ρ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2.3401 g/cm³ (0 K virial 2.3442와 0.17 %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일치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(2/2) · 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937954"/>
              </p:ext>
            </p:extLst>
          </p:nvPr>
        </p:nvGraphicFramePr>
        <p:xfrm>
          <a:off x="548640" y="1097280"/>
          <a:ext cx="1109167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200 bins, r ≤ 8 Å, 300 K 시간평균. n(Si–O) = 4.001 (컷오프 2.0 Å), Si 4배위 99.86 %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 셀의 정합 q 벡터 직접 합산 (r 절단 · 창 함수 없음), 껍질 평균 Δq = 2π/L = 0.207 Å⁻¹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ring 통계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King 기준, 삼중항 (i, j, k) 계수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SevenNet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0.13.</a:t>
                      </a:r>
                      <a:r>
                        <a:rPr lang="en-US" altLang="ko-KR"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PyTorch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2.13.0+cpu · ASE 3.29.0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i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15968"/>
            <a:ext cx="11091672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300"/>
              </a:spcAft>
              <a:buNone/>
            </a:pPr>
            <a:r>
              <a:rPr sz="12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References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[1]  G.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K. Muralidhar, Y. Ma, J. Phys. Chem. C 130, 7148 (2026).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[2]  A. C. Wright, J. Non-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Cryst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Solids 179, 84 (1994).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[3]  R. Dupree and R. F. Pettifer, Nature 308, 523 (1984).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[4]  A. Zeidler, K.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Wezka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R. F. Rowlands et al., Phys. Rev. Lett. 113, 135501 (2014).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  T. Deschamps, J.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Margueritat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C. Martinet et al., Sci. Rep. 4, 7193 (2014).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  U. C. Roy and A. Bongiorno, J. Phys. Chem. C 128, 21220 (2024).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[7]  O. V.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et al., Handbook of Glass Data, Part A (Elsevier, 1983).</a:t>
            </a:r>
            <a:r>
              <a:rPr lang="ko-KR" altLang="en-US" sz="1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O.V. </a:t>
            </a:r>
            <a:r>
              <a:rPr lang="en-US" altLang="ko-KR"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Mazurin,M.V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</a:t>
            </a:r>
            <a:r>
              <a:rPr lang="en-US" altLang="ko-KR"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Streltsina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lang="en-US" altLang="ko-KR"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andT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P. </a:t>
            </a:r>
            <a:r>
              <a:rPr lang="en-US" altLang="ko-KR"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Shvaiko-Shvaikovskaya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Handbook</a:t>
            </a:r>
            <a:r>
              <a:rPr lang="ko-KR" altLang="en-US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of Glass Data. Part A. Silica Glass and Binary Silicate Glasses (Elsevier</a:t>
            </a:r>
            <a:r>
              <a:rPr lang="ko-KR" altLang="en-US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Science Publishers B. V., 1983).]</a:t>
            </a:r>
            <a:r>
              <a:rPr lang="ko-KR" altLang="en-US"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 L. C. Erhard, J. Rohrer, K.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Albe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V. L. Deringer,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npj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Comput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Mater. 8, 90 (2022).</a:t>
            </a:r>
          </a:p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sz="10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sz="10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1594</Words>
  <Application>Microsoft Macintosh PowerPoint</Application>
  <PresentationFormat>와이드스크린</PresentationFormat>
  <Paragraphs>126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 — FSDP 위치는 불변</vt:lpstr>
      <vt:lpstr>밀도 · 부피탄성률 — 비교 조건의 영향</vt:lpstr>
      <vt:lpstr>계산 비용 — classical MD 대비 ~10³배 (CPU only)</vt:lpstr>
      <vt:lpstr>한계 및 next step</vt:lpstr>
      <vt:lpstr>Appendix. Computational details (1/2)</vt:lpstr>
      <vt:lpstr>Appendix. Computational details (2/2) ·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25</cp:revision>
  <dcterms:created xsi:type="dcterms:W3CDTF">2026-08-14T09:14:06Z</dcterms:created>
  <dcterms:modified xsi:type="dcterms:W3CDTF">2026-08-15T05:23:49Z</dcterms:modified>
</cp:coreProperties>
</file>
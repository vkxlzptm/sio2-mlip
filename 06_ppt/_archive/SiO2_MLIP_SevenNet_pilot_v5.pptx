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8"/>
    <p:restoredTop sz="94684"/>
  </p:normalViewPr>
  <p:slideViewPr>
    <p:cSldViewPr snapToGrid="0">
      <p:cViewPr>
        <p:scale>
          <a:sx n="134" d="100"/>
          <a:sy n="134" d="100"/>
        </p:scale>
        <p:origin x="68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2026. 8. 15.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sz="2600" dirty="0">
                <a:ea typeface="맑은 고딕"/>
              </a:rPr>
              <a:t>5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 구조 — 결합길이 · 결합각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4718304" cy="2084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1.605 → 1.635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AIMD(PBE) 1.630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[1]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원인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7net-Omni(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mpa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채널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증류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underbinding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상속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재현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절반만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이동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582220"/>
              </p:ext>
            </p:extLst>
          </p:nvPr>
        </p:nvGraphicFramePr>
        <p:xfrm>
          <a:off x="431945" y="1213421"/>
          <a:ext cx="5100175" cy="2215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</a:t>
                      </a:r>
                      <a:br>
                        <a:rPr lang="en-US"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</a:b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, 1st peak)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 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 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1491" y="3454359"/>
            <a:ext cx="5481828" cy="28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 AIMD 참조 [1]은 120원자 · quench 5 ps로 본 연구의 100배 </a:t>
            </a:r>
            <a:r>
              <a:rPr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급냉</a:t>
            </a:r>
            <a:endParaRPr sz="100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E46EF3F-435D-7424-B1D7-97879AF1AC3D}"/>
              </a:ext>
            </a:extLst>
          </p:cNvPr>
          <p:cNvGrpSpPr/>
          <p:nvPr/>
        </p:nvGrpSpPr>
        <p:grpSpPr>
          <a:xfrm>
            <a:off x="8920094" y="953155"/>
            <a:ext cx="3099816" cy="4295501"/>
            <a:chOff x="8800351" y="953155"/>
            <a:chExt cx="3099816" cy="4295501"/>
          </a:xfrm>
        </p:grpSpPr>
        <p:pic>
          <p:nvPicPr>
            <p:cNvPr id="7" name="Picture 6" descr="fig_bad_ver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0536" y="1188720"/>
              <a:ext cx="2779776" cy="405993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800351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Bond Angle Distribution</a:t>
              </a:r>
              <a:endParaRPr sz="1600" b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200" y="6519481"/>
            <a:ext cx="9235440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7B84643-174A-0866-0C92-968F74680881}"/>
              </a:ext>
            </a:extLst>
          </p:cNvPr>
          <p:cNvGrpSpPr/>
          <p:nvPr/>
        </p:nvGrpSpPr>
        <p:grpSpPr>
          <a:xfrm>
            <a:off x="5651863" y="953155"/>
            <a:ext cx="3409798" cy="4498498"/>
            <a:chOff x="5532120" y="953155"/>
            <a:chExt cx="3409798" cy="4498498"/>
          </a:xfrm>
        </p:grpSpPr>
        <p:pic>
          <p:nvPicPr>
            <p:cNvPr id="6" name="Picture 5" descr="fig_pd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2120" y="985723"/>
              <a:ext cx="3409798" cy="4465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448121-AFA5-669C-ABCA-E6AACB33C7C1}"/>
                </a:ext>
              </a:extLst>
            </p:cNvPr>
            <p:cNvSpPr txBox="1"/>
            <p:nvPr/>
          </p:nvSpPr>
          <p:spPr>
            <a:xfrm>
              <a:off x="5646420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Partial Distribution Function</a:t>
              </a:r>
              <a:endParaRPr sz="1600" b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 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FSDP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불변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2807" y="4754880"/>
            <a:ext cx="100833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1.593 → 1.590 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+6.7 % [4]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진폭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1.462 → 1.360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1.357과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주기성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(2π/q)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역수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지배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경로에서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같은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불변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969702"/>
            <a:ext cx="8385048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1952" y="4325112"/>
            <a:ext cx="8385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중성자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구조인자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S(q) — (a)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, (b) FSDP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확대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[exp.: [4]]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969" y="936181"/>
            <a:ext cx="4089342" cy="3346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769" y="4032548"/>
            <a:ext cx="62579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좌: E–V / virial P–V → ρ₀ · K₀          우: 동일 밀도에서 읽은 K(ρ)          [exp.: [5][7]]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52628"/>
            <a:ext cx="1109167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 +6.55 % → +0.84 %, 7.8배 감소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K₀(각자 평형): BKS 34.3 / 7net 43.2 GPa — 표면상 BKS 우세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 밀도에선 3 % 이내 일치 — K₀′ &lt; 0이라 BKS의 과대 밀도가 K를 낮춤 (오차 상쇄)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 = 2.20: 45.3 / 43.9 vs 실험 37 GPa [5] — 둘 다 약 20 % 과대. DFT(GGA) 문헌도 40–46 GPa [6]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오차 출처는 포텐셜이 아니라 구조 생성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495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cutoff 4.5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 (5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2시간 46분 vs 4초)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천장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OMP 1.83배 /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프로세스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1.98배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메모리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대역폭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제한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MLIP O(N) vs DFT O(N³)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연구에서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미측정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어닐링 미수행 → 위상은 BKS 것 (ring 분포 동일, MSD 0.041 Å²)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 5×10¹² K/s (실험 대비 ~10¹³배) · 셀 2,160원자 · excess energy 미계산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 생성: 용융 중 NPT → 부피 붕괴 (2.26 → 2.62 g/cm³) → NVT 고정 부피로 전환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어닐링 [8] — 현 CPU 기준 20 ps ≈ 11시간, GPU 1장이면 실용 범위</a:t>
            </a: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448056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4956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L.C.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Erhard et al.,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npj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Comput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630142"/>
              </p:ext>
            </p:extLst>
          </p:nvPr>
        </p:nvGraphicFramePr>
        <p:xfrm>
          <a:off x="548640" y="1078992"/>
          <a:ext cx="11091672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 [9], q(Si) = +2.4 e / q(O) = −1.2 e, r_c = 10 Å, PPPM 1×10⁻⁴, 분산항 tail 보정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300→4000 K 50 ps → 4000 K 200 ps → 4000→300 K (100 K × 20 ps) → 300 K 100 ps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ps + production 3 ps, 궤적 20 step 간격 저장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1282</Words>
  <Application>Microsoft Macintosh PowerPoint</Application>
  <PresentationFormat>와이드스크린</PresentationFormat>
  <Paragraphs>110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 — FSDP 위치는 불변</vt:lpstr>
      <vt:lpstr>밀도 · 부피탄성률 — 비교 조건의 영향</vt:lpstr>
      <vt:lpstr>계산 비용 — classical MD 대비 ~10³배 (CPU only)</vt:lpstr>
      <vt:lpstr>한계 및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40</cp:revision>
  <dcterms:created xsi:type="dcterms:W3CDTF">2026-08-14T09:14:06Z</dcterms:created>
  <dcterms:modified xsi:type="dcterms:W3CDTF">2026-08-15T06:29:32Z</dcterms:modified>
</cp:coreProperties>
</file>
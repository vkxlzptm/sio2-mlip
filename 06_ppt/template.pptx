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56" r:id="rId2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MasterView">
  <p:normalViewPr>
    <p:restoredLeft sz="15611"/>
    <p:restoredTop sz="94658"/>
  </p:normalViewPr>
  <p:slideViewPr>
    <p:cSldViewPr snapToGrid="0">
      <p:cViewPr varScale="1">
        <p:scale>
          <a:sx n="124" d="100"/>
          <a:sy n="124" d="100"/>
        </p:scale>
        <p:origin x="544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1524000" y="764455"/>
            <a:ext cx="9144000" cy="2700594"/>
          </a:xfrm>
        </p:spPr>
        <p:txBody>
          <a:bodyPr anchor="b">
            <a:normAutofit/>
          </a:bodyPr>
          <a:lstStyle>
            <a:lvl1pPr algn="ctr">
              <a:defRPr sz="45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kumimoji="1" lang="ko-KR" altLang="en-US"/>
              <a:t>마스터 제목 스타일 편집</a:t>
            </a:r>
            <a:endParaRPr kumimoji="1" lang="ko-KR" altLang="en-US" dirty="0"/>
          </a:p>
        </p:txBody>
      </p:sp>
      <p:sp>
        <p:nvSpPr>
          <p:cNvPr id="3" name="부제 2"/>
          <p:cNvSpPr>
            <a:spLocks noGrp="1"/>
          </p:cNvSpPr>
          <p:nvPr>
            <p:ph type="subTitle" idx="1"/>
          </p:nvPr>
        </p:nvSpPr>
        <p:spPr>
          <a:xfrm>
            <a:off x="1524000" y="3774758"/>
            <a:ext cx="9144000" cy="2271063"/>
          </a:xfrm>
        </p:spPr>
        <p:txBody>
          <a:bodyPr>
            <a:normAutofit/>
          </a:bodyPr>
          <a:lstStyle>
            <a:lvl1pPr marL="0" indent="0" algn="ctr">
              <a:buNone/>
              <a:defRPr sz="21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257175" indent="0" algn="ctr">
              <a:buNone/>
              <a:defRPr sz="1125"/>
            </a:lvl2pPr>
            <a:lvl3pPr marL="514350" indent="0" algn="ctr">
              <a:buNone/>
              <a:defRPr sz="1013"/>
            </a:lvl3pPr>
            <a:lvl4pPr marL="771525" indent="0" algn="ctr">
              <a:buNone/>
              <a:defRPr sz="900"/>
            </a:lvl4pPr>
            <a:lvl5pPr marL="1028700" indent="0" algn="ctr">
              <a:buNone/>
              <a:defRPr sz="900"/>
            </a:lvl5pPr>
            <a:lvl6pPr marL="1285875" indent="0" algn="ctr">
              <a:buNone/>
              <a:defRPr sz="900"/>
            </a:lvl6pPr>
            <a:lvl7pPr marL="1543050" indent="0" algn="ctr">
              <a:buNone/>
              <a:defRPr sz="900"/>
            </a:lvl7pPr>
            <a:lvl8pPr marL="1800225" indent="0" algn="ctr">
              <a:buNone/>
              <a:defRPr sz="900"/>
            </a:lvl8pPr>
            <a:lvl9pPr marL="2057400" indent="0" algn="ctr">
              <a:buNone/>
              <a:defRPr sz="900"/>
            </a:lvl9pPr>
          </a:lstStyle>
          <a:p>
            <a:r>
              <a:rPr kumimoji="1" lang="ko-KR" altLang="en-US"/>
              <a:t>클릭하여 마스터 부제목 스타일 편집</a:t>
            </a:r>
            <a:endParaRPr kumimoji="1" lang="ko-KR" altLang="en-US" dirty="0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>
          <a:xfrm>
            <a:off x="838200" y="6222798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96ECACCA-3741-0D40-A94E-41DBB1D0486F}" type="datetimeFigureOut">
              <a:rPr kumimoji="1" lang="ko-KR" altLang="en-US" smtClean="0"/>
              <a:t>2026. 8. 16.</a:t>
            </a:fld>
            <a:endParaRPr kumimoji="1"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>
          <a:xfrm>
            <a:off x="4038600" y="6222798"/>
            <a:ext cx="4114800" cy="365125"/>
          </a:xfrm>
        </p:spPr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kumimoji="1" lang="ko-KR" altLang="en-US"/>
          </a:p>
        </p:txBody>
      </p:sp>
      <p:cxnSp>
        <p:nvCxnSpPr>
          <p:cNvPr id="6" name="Straight Connector 8">
            <a:extLst>
              <a:ext uri="{FF2B5EF4-FFF2-40B4-BE49-F238E27FC236}">
                <a16:creationId xmlns:a16="http://schemas.microsoft.com/office/drawing/2014/main" id="{5ECF5E78-1C30-DEFB-F2F4-CB18884819D0}"/>
              </a:ext>
            </a:extLst>
          </p:cNvPr>
          <p:cNvCxnSpPr>
            <a:cxnSpLocks/>
          </p:cNvCxnSpPr>
          <p:nvPr/>
        </p:nvCxnSpPr>
        <p:spPr>
          <a:xfrm>
            <a:off x="437881" y="3642025"/>
            <a:ext cx="11230378" cy="0"/>
          </a:xfrm>
          <a:prstGeom prst="line">
            <a:avLst/>
          </a:prstGeom>
          <a:ln w="127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319110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/>
          <p:cNvSpPr>
            <a:spLocks noGrp="1"/>
          </p:cNvSpPr>
          <p:nvPr>
            <p:ph idx="1" hasCustomPrompt="1"/>
          </p:nvPr>
        </p:nvSpPr>
        <p:spPr/>
        <p:txBody>
          <a:bodyPr/>
          <a:lstStyle>
            <a:lvl1pPr latinLnBrk="0"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kumimoji="1" lang="en-US" altLang="ko-KR" dirty="0"/>
              <a:t> </a:t>
            </a:r>
            <a:r>
              <a:rPr kumimoji="1" lang="ko-KR" altLang="en-US" dirty="0"/>
              <a:t>마스터 텍스트 스타일을 편집하려면 클릭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>
          <a:xfrm>
            <a:off x="838200" y="6356360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96ECACCA-3741-0D40-A94E-41DBB1D0486F}" type="datetimeFigureOut">
              <a:rPr kumimoji="1" lang="ko-KR" altLang="en-US" smtClean="0"/>
              <a:t>2026. 8. 16.</a:t>
            </a:fld>
            <a:endParaRPr kumimoji="1"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kumimoji="1" lang="ko-KR" altLang="en-US"/>
          </a:p>
        </p:txBody>
      </p:sp>
      <p:sp>
        <p:nvSpPr>
          <p:cNvPr id="7" name="제목 6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2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kumimoji="1" lang="ko-KR" altLang="en-US"/>
              <a:t>마스터 제목 스타일 편집</a:t>
            </a:r>
            <a:endParaRPr kumimoji="1"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575365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720000" y="5742879"/>
            <a:ext cx="10633800" cy="698559"/>
          </a:xfrm>
        </p:spPr>
        <p:txBody>
          <a:bodyPr>
            <a:normAutofit/>
          </a:bodyPr>
          <a:lstStyle>
            <a:lvl1pPr latinLnBrk="0">
              <a:defRPr sz="2200"/>
            </a:lvl1pPr>
          </a:lstStyle>
          <a:p>
            <a:pPr lvl="0"/>
            <a:r>
              <a:rPr kumimoji="1" lang="ko-KR" altLang="en-US" dirty="0"/>
              <a:t>마스터 텍스트 스타일을 편집하려면 클릭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>
          <a:xfrm>
            <a:off x="838200" y="6356360"/>
            <a:ext cx="2743200" cy="365125"/>
          </a:xfrm>
          <a:prstGeom prst="rect">
            <a:avLst/>
          </a:prstGeom>
        </p:spPr>
        <p:txBody>
          <a:bodyPr/>
          <a:lstStyle/>
          <a:p>
            <a:fld id="{96ECACCA-3741-0D40-A94E-41DBB1D0486F}" type="datetimeFigureOut">
              <a:rPr kumimoji="1" lang="ko-KR" altLang="en-US" smtClean="0"/>
              <a:t>2026. 8. 16.</a:t>
            </a:fld>
            <a:endParaRPr kumimoji="1"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2" name="제목 6">
            <a:extLst>
              <a:ext uri="{FF2B5EF4-FFF2-40B4-BE49-F238E27FC236}">
                <a16:creationId xmlns:a16="http://schemas.microsoft.com/office/drawing/2014/main" id="{D69A4A81-638F-0781-19F0-C38096B7AC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8527" y="42782"/>
            <a:ext cx="11298562" cy="716125"/>
          </a:xfrm>
        </p:spPr>
        <p:txBody>
          <a:bodyPr>
            <a:normAutofit/>
          </a:bodyPr>
          <a:lstStyle>
            <a:lvl1pPr>
              <a:defRPr sz="32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kumimoji="1" lang="ko-KR" altLang="en-US"/>
              <a:t>마스터 제목 스타일 편집</a:t>
            </a:r>
            <a:endParaRPr kumimoji="1"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1467671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1851" y="1709749"/>
            <a:ext cx="10515600" cy="2799720"/>
          </a:xfrm>
        </p:spPr>
        <p:txBody>
          <a:bodyPr anchor="b">
            <a:normAutofit/>
          </a:bodyPr>
          <a:lstStyle>
            <a:lvl1pPr latinLnBrk="0">
              <a:defRPr sz="40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kumimoji="1" lang="ko-KR" altLang="en-US"/>
              <a:t>마스터 제목 스타일 편집</a:t>
            </a:r>
            <a:endParaRPr kumimoji="1" lang="ko-KR" altLang="en-US" dirty="0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1851" y="4589473"/>
            <a:ext cx="10515600" cy="1500187"/>
          </a:xfrm>
        </p:spPr>
        <p:txBody>
          <a:bodyPr>
            <a:normAutofit/>
          </a:bodyPr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257175" indent="0">
              <a:buNone/>
              <a:defRPr sz="1125">
                <a:solidFill>
                  <a:schemeClr val="tx1">
                    <a:tint val="75000"/>
                  </a:schemeClr>
                </a:solidFill>
              </a:defRPr>
            </a:lvl2pPr>
            <a:lvl3pPr marL="514350" indent="0">
              <a:buNone/>
              <a:defRPr sz="1013">
                <a:solidFill>
                  <a:schemeClr val="tx1">
                    <a:tint val="75000"/>
                  </a:schemeClr>
                </a:solidFill>
              </a:defRPr>
            </a:lvl3pPr>
            <a:lvl4pPr marL="771525" indent="0">
              <a:buNone/>
              <a:defRPr sz="900">
                <a:solidFill>
                  <a:schemeClr val="tx1">
                    <a:tint val="75000"/>
                  </a:schemeClr>
                </a:solidFill>
              </a:defRPr>
            </a:lvl4pPr>
            <a:lvl5pPr marL="1028700" indent="0">
              <a:buNone/>
              <a:defRPr sz="900">
                <a:solidFill>
                  <a:schemeClr val="tx1">
                    <a:tint val="75000"/>
                  </a:schemeClr>
                </a:solidFill>
              </a:defRPr>
            </a:lvl5pPr>
            <a:lvl6pPr marL="1285875" indent="0">
              <a:buNone/>
              <a:defRPr sz="900">
                <a:solidFill>
                  <a:schemeClr val="tx1">
                    <a:tint val="75000"/>
                  </a:schemeClr>
                </a:solidFill>
              </a:defRPr>
            </a:lvl6pPr>
            <a:lvl7pPr marL="1543050" indent="0">
              <a:buNone/>
              <a:defRPr sz="900">
                <a:solidFill>
                  <a:schemeClr val="tx1">
                    <a:tint val="75000"/>
                  </a:schemeClr>
                </a:solidFill>
              </a:defRPr>
            </a:lvl7pPr>
            <a:lvl8pPr marL="1800225" indent="0">
              <a:buNone/>
              <a:defRPr sz="900">
                <a:solidFill>
                  <a:schemeClr val="tx1">
                    <a:tint val="75000"/>
                  </a:schemeClr>
                </a:solidFill>
              </a:defRPr>
            </a:lvl8pPr>
            <a:lvl9pPr marL="2057400" indent="0">
              <a:buNone/>
              <a:defRPr sz="9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ko-KR" altLang="en-US"/>
              <a:t>마스터 텍스트 스타일을 편집하려면 클릭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>
          <a:xfrm>
            <a:off x="838200" y="6356360"/>
            <a:ext cx="2743200" cy="365125"/>
          </a:xfrm>
          <a:prstGeom prst="rect">
            <a:avLst/>
          </a:prstGeom>
        </p:spPr>
        <p:txBody>
          <a:bodyPr/>
          <a:lstStyle/>
          <a:p>
            <a:fld id="{96ECACCA-3741-0D40-A94E-41DBB1D0486F}" type="datetimeFigureOut">
              <a:rPr kumimoji="1" lang="ko-KR" altLang="en-US" smtClean="0"/>
              <a:t>2026. 8. 16.</a:t>
            </a:fld>
            <a:endParaRPr kumimoji="1"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cxnSp>
        <p:nvCxnSpPr>
          <p:cNvPr id="7" name="직선 연결선[R] 6"/>
          <p:cNvCxnSpPr/>
          <p:nvPr/>
        </p:nvCxnSpPr>
        <p:spPr>
          <a:xfrm>
            <a:off x="831851" y="4509468"/>
            <a:ext cx="10515600" cy="0"/>
          </a:xfrm>
          <a:prstGeom prst="line">
            <a:avLst/>
          </a:prstGeom>
          <a:ln w="66675" cmpd="dbl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988813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>
          <a:xfrm>
            <a:off x="838200" y="6356360"/>
            <a:ext cx="2743200" cy="365125"/>
          </a:xfrm>
          <a:prstGeom prst="rect">
            <a:avLst/>
          </a:prstGeom>
        </p:spPr>
        <p:txBody>
          <a:bodyPr/>
          <a:lstStyle/>
          <a:p>
            <a:fld id="{96ECACCA-3741-0D40-A94E-41DBB1D0486F}" type="datetimeFigureOut">
              <a:rPr kumimoji="1" lang="ko-KR" altLang="en-US" smtClean="0"/>
              <a:t>2026. 8. 16.</a:t>
            </a:fld>
            <a:endParaRPr kumimoji="1"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5008130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9789" y="1681163"/>
            <a:ext cx="5157787" cy="823912"/>
          </a:xfrm>
        </p:spPr>
        <p:txBody>
          <a:bodyPr anchor="b"/>
          <a:lstStyle>
            <a:lvl1pPr marL="0" indent="0">
              <a:buNone/>
              <a:defRPr sz="1350" b="1"/>
            </a:lvl1pPr>
            <a:lvl2pPr marL="257175" indent="0">
              <a:buNone/>
              <a:defRPr sz="1125" b="1"/>
            </a:lvl2pPr>
            <a:lvl3pPr marL="514350" indent="0">
              <a:buNone/>
              <a:defRPr sz="1013" b="1"/>
            </a:lvl3pPr>
            <a:lvl4pPr marL="771525" indent="0">
              <a:buNone/>
              <a:defRPr sz="900" b="1"/>
            </a:lvl4pPr>
            <a:lvl5pPr marL="1028700" indent="0">
              <a:buNone/>
              <a:defRPr sz="900" b="1"/>
            </a:lvl5pPr>
            <a:lvl6pPr marL="1285875" indent="0">
              <a:buNone/>
              <a:defRPr sz="900" b="1"/>
            </a:lvl6pPr>
            <a:lvl7pPr marL="1543050" indent="0">
              <a:buNone/>
              <a:defRPr sz="900" b="1"/>
            </a:lvl7pPr>
            <a:lvl8pPr marL="1800225" indent="0">
              <a:buNone/>
              <a:defRPr sz="900" b="1"/>
            </a:lvl8pPr>
            <a:lvl9pPr marL="2057400" indent="0">
              <a:buNone/>
              <a:defRPr sz="900" b="1"/>
            </a:lvl9pPr>
          </a:lstStyle>
          <a:p>
            <a:pPr lvl="0"/>
            <a:r>
              <a:rPr kumimoji="1" lang="ko-KR" altLang="en-US"/>
              <a:t>마스터 텍스트 스타일을 편집하려면 클릭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839789" y="2505075"/>
            <a:ext cx="5157787" cy="3684588"/>
          </a:xfrm>
        </p:spPr>
        <p:txBody>
          <a:bodyPr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6172203" y="1681163"/>
            <a:ext cx="5183188" cy="823912"/>
          </a:xfrm>
        </p:spPr>
        <p:txBody>
          <a:bodyPr anchor="b"/>
          <a:lstStyle>
            <a:lvl1pPr marL="0" indent="0">
              <a:buNone/>
              <a:defRPr sz="1350" b="1"/>
            </a:lvl1pPr>
            <a:lvl2pPr marL="257175" indent="0">
              <a:buNone/>
              <a:defRPr sz="1125" b="1"/>
            </a:lvl2pPr>
            <a:lvl3pPr marL="514350" indent="0">
              <a:buNone/>
              <a:defRPr sz="1013" b="1"/>
            </a:lvl3pPr>
            <a:lvl4pPr marL="771525" indent="0">
              <a:buNone/>
              <a:defRPr sz="900" b="1"/>
            </a:lvl4pPr>
            <a:lvl5pPr marL="1028700" indent="0">
              <a:buNone/>
              <a:defRPr sz="900" b="1"/>
            </a:lvl5pPr>
            <a:lvl6pPr marL="1285875" indent="0">
              <a:buNone/>
              <a:defRPr sz="900" b="1"/>
            </a:lvl6pPr>
            <a:lvl7pPr marL="1543050" indent="0">
              <a:buNone/>
              <a:defRPr sz="900" b="1"/>
            </a:lvl7pPr>
            <a:lvl8pPr marL="1800225" indent="0">
              <a:buNone/>
              <a:defRPr sz="900" b="1"/>
            </a:lvl8pPr>
            <a:lvl9pPr marL="2057400" indent="0">
              <a:buNone/>
              <a:defRPr sz="900" b="1"/>
            </a:lvl9pPr>
          </a:lstStyle>
          <a:p>
            <a:pPr lvl="0"/>
            <a:r>
              <a:rPr kumimoji="1" lang="ko-KR" altLang="en-US"/>
              <a:t>마스터 텍스트 스타일을 편집하려면 클릭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6172203" y="2505075"/>
            <a:ext cx="5183188" cy="3684588"/>
          </a:xfrm>
        </p:spPr>
        <p:txBody>
          <a:bodyPr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>
          <a:xfrm>
            <a:off x="838200" y="6356360"/>
            <a:ext cx="2743200" cy="365125"/>
          </a:xfrm>
          <a:prstGeom prst="rect">
            <a:avLst/>
          </a:prstGeom>
        </p:spPr>
        <p:txBody>
          <a:bodyPr/>
          <a:lstStyle/>
          <a:p>
            <a:fld id="{96ECACCA-3741-0D40-A94E-41DBB1D0486F}" type="datetimeFigureOut">
              <a:rPr kumimoji="1" lang="ko-KR" altLang="en-US" smtClean="0"/>
              <a:t>2026. 8. 16.</a:t>
            </a:fld>
            <a:endParaRPr kumimoji="1"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10" name="제목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ko-KR" altLang="en-US"/>
              <a:t>마스터 제목 스타일 편집</a:t>
            </a:r>
            <a:endParaRPr kumimoji="1"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85553828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ko-KR" altLang="en-US"/>
              <a:t>마스터 제목 스타일 편집</a:t>
            </a:r>
            <a:endParaRPr kumimoji="1" lang="ko-KR" altLang="en-US" dirty="0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>
          <a:xfrm>
            <a:off x="838200" y="6356360"/>
            <a:ext cx="2743200" cy="365125"/>
          </a:xfrm>
          <a:prstGeom prst="rect">
            <a:avLst/>
          </a:prstGeom>
        </p:spPr>
        <p:txBody>
          <a:bodyPr/>
          <a:lstStyle/>
          <a:p>
            <a:fld id="{96ECACCA-3741-0D40-A94E-41DBB1D0486F}" type="datetimeFigureOut">
              <a:rPr kumimoji="1" lang="ko-KR" altLang="en-US" smtClean="0"/>
              <a:t>2026. 8. 16.</a:t>
            </a:fld>
            <a:endParaRPr kumimoji="1"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266646039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백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>
          <a:xfrm>
            <a:off x="838200" y="6356360"/>
            <a:ext cx="2743200" cy="365125"/>
          </a:xfrm>
          <a:prstGeom prst="rect">
            <a:avLst/>
          </a:prstGeom>
        </p:spPr>
        <p:txBody>
          <a:bodyPr/>
          <a:lstStyle/>
          <a:p>
            <a:fld id="{96ECACCA-3741-0D40-A94E-41DBB1D0486F}" type="datetimeFigureOut">
              <a:rPr kumimoji="1" lang="ko-KR" altLang="en-US" smtClean="0"/>
              <a:t>2026. 8. 16.</a:t>
            </a:fld>
            <a:endParaRPr kumimoji="1"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267689796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1800"/>
            </a:lvl1pPr>
          </a:lstStyle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5183188" y="987435"/>
            <a:ext cx="6172200" cy="4873625"/>
          </a:xfrm>
        </p:spPr>
        <p:txBody>
          <a:bodyPr/>
          <a:lstStyle>
            <a:lvl1pPr>
              <a:defRPr sz="1800"/>
            </a:lvl1pPr>
            <a:lvl2pPr>
              <a:defRPr sz="1575"/>
            </a:lvl2pPr>
            <a:lvl3pPr>
              <a:defRPr sz="1350"/>
            </a:lvl3pPr>
            <a:lvl4pPr>
              <a:defRPr sz="1125"/>
            </a:lvl4pPr>
            <a:lvl5pPr>
              <a:defRPr sz="1125"/>
            </a:lvl5pPr>
            <a:lvl6pPr>
              <a:defRPr sz="1125"/>
            </a:lvl6pPr>
            <a:lvl7pPr>
              <a:defRPr sz="1125"/>
            </a:lvl7pPr>
            <a:lvl8pPr>
              <a:defRPr sz="1125"/>
            </a:lvl8pPr>
            <a:lvl9pPr>
              <a:defRPr sz="1125"/>
            </a:lvl9pPr>
          </a:lstStyle>
          <a:p>
            <a:pPr lvl="0"/>
            <a:r>
              <a:rPr kumimoji="1" lang="ko-KR" altLang="en-US"/>
              <a:t>마스터 텍스트 스타일을 편집하려면 클릭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900"/>
            </a:lvl1pPr>
            <a:lvl2pPr marL="257175" indent="0">
              <a:buNone/>
              <a:defRPr sz="788"/>
            </a:lvl2pPr>
            <a:lvl3pPr marL="514350" indent="0">
              <a:buNone/>
              <a:defRPr sz="675"/>
            </a:lvl3pPr>
            <a:lvl4pPr marL="771525" indent="0">
              <a:buNone/>
              <a:defRPr sz="563"/>
            </a:lvl4pPr>
            <a:lvl5pPr marL="1028700" indent="0">
              <a:buNone/>
              <a:defRPr sz="563"/>
            </a:lvl5pPr>
            <a:lvl6pPr marL="1285875" indent="0">
              <a:buNone/>
              <a:defRPr sz="563"/>
            </a:lvl6pPr>
            <a:lvl7pPr marL="1543050" indent="0">
              <a:buNone/>
              <a:defRPr sz="563"/>
            </a:lvl7pPr>
            <a:lvl8pPr marL="1800225" indent="0">
              <a:buNone/>
              <a:defRPr sz="563"/>
            </a:lvl8pPr>
            <a:lvl9pPr marL="2057400" indent="0">
              <a:buNone/>
              <a:defRPr sz="563"/>
            </a:lvl9pPr>
          </a:lstStyle>
          <a:p>
            <a:pPr lvl="0"/>
            <a:r>
              <a:rPr kumimoji="1" lang="ko-KR" altLang="en-US"/>
              <a:t>마스터 텍스트 스타일을 편집하려면 클릭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>
          <a:xfrm>
            <a:off x="838200" y="6356360"/>
            <a:ext cx="2743200" cy="365125"/>
          </a:xfrm>
          <a:prstGeom prst="rect">
            <a:avLst/>
          </a:prstGeom>
        </p:spPr>
        <p:txBody>
          <a:bodyPr/>
          <a:lstStyle/>
          <a:p>
            <a:fld id="{96ECACCA-3741-0D40-A94E-41DBB1D0486F}" type="datetimeFigureOut">
              <a:rPr kumimoji="1" lang="ko-KR" altLang="en-US" smtClean="0"/>
              <a:t>2026. 8. 16.</a:t>
            </a:fld>
            <a:endParaRPr kumimoji="1"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217223222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1800"/>
            </a:lvl1pPr>
          </a:lstStyle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5183188" y="987435"/>
            <a:ext cx="6172200" cy="4873625"/>
          </a:xfrm>
        </p:spPr>
        <p:txBody>
          <a:bodyPr/>
          <a:lstStyle>
            <a:lvl1pPr marL="0" indent="0">
              <a:buNone/>
              <a:defRPr sz="1800"/>
            </a:lvl1pPr>
            <a:lvl2pPr marL="257175" indent="0">
              <a:buNone/>
              <a:defRPr sz="1575"/>
            </a:lvl2pPr>
            <a:lvl3pPr marL="514350" indent="0">
              <a:buNone/>
              <a:defRPr sz="1350"/>
            </a:lvl3pPr>
            <a:lvl4pPr marL="771525" indent="0">
              <a:buNone/>
              <a:defRPr sz="1125"/>
            </a:lvl4pPr>
            <a:lvl5pPr marL="1028700" indent="0">
              <a:buNone/>
              <a:defRPr sz="1125"/>
            </a:lvl5pPr>
            <a:lvl6pPr marL="1285875" indent="0">
              <a:buNone/>
              <a:defRPr sz="1125"/>
            </a:lvl6pPr>
            <a:lvl7pPr marL="1543050" indent="0">
              <a:buNone/>
              <a:defRPr sz="1125"/>
            </a:lvl7pPr>
            <a:lvl8pPr marL="1800225" indent="0">
              <a:buNone/>
              <a:defRPr sz="1125"/>
            </a:lvl8pPr>
            <a:lvl9pPr marL="2057400" indent="0">
              <a:buNone/>
              <a:defRPr sz="1125"/>
            </a:lvl9pPr>
          </a:lstStyle>
          <a:p>
            <a:r>
              <a:rPr kumimoji="1" lang="ko-KR" altLang="en-US"/>
              <a:t>그림을 추가하려면 아이콘을 클릭하십시오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900"/>
            </a:lvl1pPr>
            <a:lvl2pPr marL="257175" indent="0">
              <a:buNone/>
              <a:defRPr sz="788"/>
            </a:lvl2pPr>
            <a:lvl3pPr marL="514350" indent="0">
              <a:buNone/>
              <a:defRPr sz="675"/>
            </a:lvl3pPr>
            <a:lvl4pPr marL="771525" indent="0">
              <a:buNone/>
              <a:defRPr sz="563"/>
            </a:lvl4pPr>
            <a:lvl5pPr marL="1028700" indent="0">
              <a:buNone/>
              <a:defRPr sz="563"/>
            </a:lvl5pPr>
            <a:lvl6pPr marL="1285875" indent="0">
              <a:buNone/>
              <a:defRPr sz="563"/>
            </a:lvl6pPr>
            <a:lvl7pPr marL="1543050" indent="0">
              <a:buNone/>
              <a:defRPr sz="563"/>
            </a:lvl7pPr>
            <a:lvl8pPr marL="1800225" indent="0">
              <a:buNone/>
              <a:defRPr sz="563"/>
            </a:lvl8pPr>
            <a:lvl9pPr marL="2057400" indent="0">
              <a:buNone/>
              <a:defRPr sz="563"/>
            </a:lvl9pPr>
          </a:lstStyle>
          <a:p>
            <a:pPr lvl="0"/>
            <a:r>
              <a:rPr kumimoji="1" lang="ko-KR" altLang="en-US"/>
              <a:t>마스터 텍스트 스타일을 편집하려면 클릭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>
          <a:xfrm>
            <a:off x="838200" y="6356360"/>
            <a:ext cx="2743200" cy="365125"/>
          </a:xfrm>
          <a:prstGeom prst="rect">
            <a:avLst/>
          </a:prstGeom>
        </p:spPr>
        <p:txBody>
          <a:bodyPr/>
          <a:lstStyle/>
          <a:p>
            <a:fld id="{96ECACCA-3741-0D40-A94E-41DBB1D0486F}" type="datetimeFigureOut">
              <a:rPr kumimoji="1" lang="ko-KR" altLang="en-US" smtClean="0"/>
              <a:t>2026. 8. 16.</a:t>
            </a:fld>
            <a:endParaRPr kumimoji="1"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30105775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>
          <a:xfrm>
            <a:off x="838200" y="6356360"/>
            <a:ext cx="2743200" cy="365125"/>
          </a:xfrm>
          <a:prstGeom prst="rect">
            <a:avLst/>
          </a:prstGeom>
        </p:spPr>
        <p:txBody>
          <a:bodyPr/>
          <a:lstStyle/>
          <a:p>
            <a:fld id="{96ECACCA-3741-0D40-A94E-41DBB1D0486F}" type="datetimeFigureOut">
              <a:rPr kumimoji="1" lang="ko-KR" altLang="en-US" smtClean="0"/>
              <a:t>2026. 8. 16.</a:t>
            </a:fld>
            <a:endParaRPr kumimoji="1"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42431597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8724902" y="365125"/>
            <a:ext cx="2628900" cy="5811838"/>
          </a:xfrm>
        </p:spPr>
        <p:txBody>
          <a:bodyPr vert="eaVert"/>
          <a:lstStyle/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838203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>
          <a:xfrm>
            <a:off x="838200" y="6356360"/>
            <a:ext cx="2743200" cy="365125"/>
          </a:xfrm>
          <a:prstGeom prst="rect">
            <a:avLst/>
          </a:prstGeom>
        </p:spPr>
        <p:txBody>
          <a:bodyPr/>
          <a:lstStyle/>
          <a:p>
            <a:fld id="{96ECACCA-3741-0D40-A94E-41DBB1D0486F}" type="datetimeFigureOut">
              <a:rPr kumimoji="1" lang="ko-KR" altLang="en-US" smtClean="0"/>
              <a:t>2026. 8. 16.</a:t>
            </a:fld>
            <a:endParaRPr kumimoji="1"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378793923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제목 및 내용" preserve="1">
  <p:cSld name="2_제목 및 내용">
    <p:spTree>
      <p:nvGrpSpPr>
        <p:cNvPr id="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25"/>
          <p:cNvSpPr txBox="1">
            <a:spLocks noGrp="1"/>
          </p:cNvSpPr>
          <p:nvPr>
            <p:ph type="body" idx="1"/>
          </p:nvPr>
        </p:nvSpPr>
        <p:spPr>
          <a:xfrm>
            <a:off x="720000" y="4935691"/>
            <a:ext cx="10633800" cy="151707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342900" lvl="0" indent="-257175" algn="l">
              <a:lnSpc>
                <a:spcPct val="150000"/>
              </a:lnSpc>
              <a:spcBef>
                <a:spcPts val="563"/>
              </a:spcBef>
              <a:spcAft>
                <a:spcPts val="0"/>
              </a:spcAft>
              <a:buClr>
                <a:schemeClr val="dk1"/>
              </a:buClr>
              <a:buSzPts val="1800"/>
              <a:buFont typeface="Wingdings" charset="2"/>
              <a:buChar char="ü"/>
              <a:defRPr sz="1800" b="0" i="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685800" lvl="1" indent="-266700" algn="l">
              <a:lnSpc>
                <a:spcPct val="15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/>
            </a:lvl2pPr>
            <a:lvl3pPr marL="1028700" lvl="2" indent="-257175" algn="l">
              <a:lnSpc>
                <a:spcPct val="15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ourier New" panose="02070309020205020404" pitchFamily="49" charset="0"/>
              <a:buChar char="o"/>
              <a:defRPr/>
            </a:lvl3pPr>
            <a:lvl4pPr marL="1371600" lvl="3" indent="-257175" algn="l">
              <a:lnSpc>
                <a:spcPct val="15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✔"/>
              <a:defRPr/>
            </a:lvl4pPr>
            <a:lvl5pPr marL="1714500" lvl="4" indent="-257175" algn="l">
              <a:lnSpc>
                <a:spcPct val="15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✔"/>
              <a:defRPr/>
            </a:lvl5pPr>
            <a:lvl6pPr marL="2057400" lvl="5" indent="-257175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2400300" lvl="6" indent="-257175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2743200" lvl="7" indent="-257175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3086100" lvl="8" indent="-257175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33" name="Google Shape;33;p25"/>
          <p:cNvSpPr txBox="1">
            <a:spLocks noGrp="1"/>
          </p:cNvSpPr>
          <p:nvPr>
            <p:ph type="dt" idx="10"/>
          </p:nvPr>
        </p:nvSpPr>
        <p:spPr>
          <a:xfrm>
            <a:off x="838200" y="635637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fld id="{311ED3F7-D977-4046-97E6-A3D7881A4583}" type="datetime1">
              <a:rPr kumimoji="1" lang="ko-KR" altLang="en-US" smtClean="0"/>
              <a:t>2026. 8. 16.</a:t>
            </a:fld>
            <a:endParaRPr kumimoji="1" lang="ko-KR" altLang="en-US" dirty="0"/>
          </a:p>
        </p:txBody>
      </p:sp>
      <p:sp>
        <p:nvSpPr>
          <p:cNvPr id="34" name="Google Shape;34;p25"/>
          <p:cNvSpPr txBox="1">
            <a:spLocks noGrp="1"/>
          </p:cNvSpPr>
          <p:nvPr>
            <p:ph type="ftr" idx="11"/>
          </p:nvPr>
        </p:nvSpPr>
        <p:spPr>
          <a:xfrm>
            <a:off x="4038600" y="635637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kumimoji="1" lang="ko-KR" altLang="en-US" dirty="0"/>
          </a:p>
        </p:txBody>
      </p:sp>
      <p:sp>
        <p:nvSpPr>
          <p:cNvPr id="35" name="Google Shape;35;p25"/>
          <p:cNvSpPr txBox="1">
            <a:spLocks noGrp="1"/>
          </p:cNvSpPr>
          <p:nvPr>
            <p:ph type="title"/>
          </p:nvPr>
        </p:nvSpPr>
        <p:spPr>
          <a:xfrm>
            <a:off x="480000" y="29233"/>
            <a:ext cx="11520000" cy="8665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0" i="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ko-KR" altLang="en-US"/>
              <a:t>마스터 제목 스타일 편집</a:t>
            </a:r>
            <a:endParaRPr dirty="0"/>
          </a:p>
        </p:txBody>
      </p:sp>
      <p:cxnSp>
        <p:nvCxnSpPr>
          <p:cNvPr id="36" name="Google Shape;36;p25"/>
          <p:cNvCxnSpPr/>
          <p:nvPr/>
        </p:nvCxnSpPr>
        <p:spPr>
          <a:xfrm>
            <a:off x="422991" y="933061"/>
            <a:ext cx="11250844" cy="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</p:cxnSp>
    </p:spTree>
    <p:extLst>
      <p:ext uri="{BB962C8B-B14F-4D97-AF65-F5344CB8AC3E}">
        <p14:creationId xmlns:p14="http://schemas.microsoft.com/office/powerpoint/2010/main" val="283431132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>
      <p:transition spd="slow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7DB0E099-CB03-03AC-26C3-7E13B1EC31BC}"/>
              </a:ext>
            </a:extLst>
          </p:cNvPr>
          <p:cNvSpPr>
            <a:spLocks/>
          </p:cNvSpPr>
          <p:nvPr/>
        </p:nvSpPr>
        <p:spPr>
          <a:xfrm>
            <a:off x="0" y="6529591"/>
            <a:ext cx="12192000" cy="337078"/>
          </a:xfrm>
          <a:prstGeom prst="rect">
            <a:avLst/>
          </a:prstGeom>
          <a:gradFill>
            <a:gsLst>
              <a:gs pos="0">
                <a:schemeClr val="accent1"/>
              </a:gs>
              <a:gs pos="3000">
                <a:schemeClr val="accent1">
                  <a:satMod val="103000"/>
                  <a:tint val="94000"/>
                  <a:alpha val="70000"/>
                  <a:lumMod val="80000"/>
                  <a:lumOff val="20000"/>
                </a:schemeClr>
              </a:gs>
              <a:gs pos="50000">
                <a:srgbClr val="00BC16">
                  <a:alpha val="60000"/>
                </a:srgbClr>
              </a:gs>
              <a:gs pos="100000">
                <a:schemeClr val="accent1">
                  <a:satMod val="120000"/>
                  <a:shade val="78000"/>
                  <a:alpha val="70000"/>
                  <a:lumMod val="90000"/>
                </a:schemeClr>
              </a:gs>
            </a:gsLst>
          </a:gradFill>
          <a:effectLst/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ko-KR" altLang="en-US" sz="1350"/>
          </a:p>
        </p:txBody>
      </p:sp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508527" y="42782"/>
            <a:ext cx="11298562" cy="716125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 anchor="ctr">
            <a:normAutofit/>
          </a:bodyPr>
          <a:lstStyle/>
          <a:p>
            <a:endParaRPr kumimoji="1" lang="ko-KR" altLang="en-US" dirty="0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20000" y="831617"/>
            <a:ext cx="10633800" cy="537021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en-US" altLang="ko-KR" dirty="0"/>
              <a:t> </a:t>
            </a:r>
            <a:r>
              <a:rPr kumimoji="1" lang="ko-KR" altLang="en-US" dirty="0"/>
              <a:t>마스터 텍스트 스타일을 편집하려면 클릭</a:t>
            </a:r>
          </a:p>
          <a:p>
            <a:pPr lvl="1"/>
            <a:r>
              <a:rPr kumimoji="1" lang="en-US" altLang="ko-KR" dirty="0"/>
              <a:t> </a:t>
            </a:r>
            <a:r>
              <a:rPr kumimoji="1" lang="ko-KR" altLang="en-US" dirty="0"/>
              <a:t>두 번째 수준</a:t>
            </a:r>
          </a:p>
          <a:p>
            <a:pPr lvl="2"/>
            <a:r>
              <a:rPr kumimoji="1" lang="en-US" altLang="ko-KR" dirty="0"/>
              <a:t> </a:t>
            </a:r>
            <a:r>
              <a:rPr kumimoji="1" lang="ko-KR" altLang="en-US" dirty="0"/>
              <a:t>세 번째 수준</a:t>
            </a:r>
          </a:p>
          <a:p>
            <a:pPr lvl="3"/>
            <a:r>
              <a:rPr kumimoji="1" lang="ko-KR" altLang="en-US" dirty="0"/>
              <a:t>네 번째 수준</a:t>
            </a:r>
          </a:p>
          <a:p>
            <a:pPr lvl="4"/>
            <a:r>
              <a:rPr kumimoji="1" lang="ko-KR" altLang="en-US" dirty="0"/>
              <a:t>다섯 번째 수준</a:t>
            </a:r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4038600" y="635636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67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ko-KR" alt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2"/>
          </p:nvPr>
        </p:nvSpPr>
        <p:spPr>
          <a:xfrm>
            <a:off x="838200" y="635636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67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6ECACCA-3741-0D40-A94E-41DBB1D0486F}" type="datetimeFigureOut">
              <a:rPr kumimoji="1" lang="ko-KR" altLang="en-US" smtClean="0"/>
              <a:t>2026. 8. 16.</a:t>
            </a:fld>
            <a:endParaRPr kumimoji="1" lang="ko-KR" altLang="en-US"/>
          </a:p>
        </p:txBody>
      </p:sp>
      <p:cxnSp>
        <p:nvCxnSpPr>
          <p:cNvPr id="11" name="직선 연결선[R] 10"/>
          <p:cNvCxnSpPr/>
          <p:nvPr/>
        </p:nvCxnSpPr>
        <p:spPr>
          <a:xfrm>
            <a:off x="422991" y="773171"/>
            <a:ext cx="11250844" cy="0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슬라이드 번호 개체 틀 7"/>
          <p:cNvSpPr txBox="1">
            <a:spLocks/>
          </p:cNvSpPr>
          <p:nvPr/>
        </p:nvSpPr>
        <p:spPr>
          <a:xfrm>
            <a:off x="10784467" y="6512242"/>
            <a:ext cx="1407532" cy="365125"/>
          </a:xfrm>
          <a:prstGeom prst="rect">
            <a:avLst/>
          </a:prstGeom>
        </p:spPr>
        <p:txBody>
          <a:bodyPr vert="horz" lIns="68580" tIns="34290" rIns="68580" bIns="34290" rtlCol="0" anchor="ctr"/>
          <a:lstStyle>
            <a:defPPr>
              <a:defRPr lang="ko-KR"/>
            </a:defPPr>
            <a:lvl1pPr marL="0" algn="r" defTabSz="914400" rtl="0" eaLnBrk="1" latinLnBrk="1" hangingPunct="1">
              <a:defRPr sz="105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810C2363-CD13-5E42-92B2-063CBE42B11F}" type="slidenum">
              <a:rPr kumimoji="1" lang="ko-KR" altLang="en-US" sz="1050" smtClean="0">
                <a:solidFill>
                  <a:schemeClr val="tx1"/>
                </a:solidFill>
              </a:rPr>
              <a:pPr/>
              <a:t>‹#›</a:t>
            </a:fld>
            <a:r>
              <a:rPr kumimoji="1" lang="ko-KR" altLang="en-US" sz="1050" dirty="0">
                <a:solidFill>
                  <a:schemeClr val="tx1"/>
                </a:solidFill>
              </a:rPr>
              <a:t> </a:t>
            </a:r>
            <a:r>
              <a:rPr kumimoji="1" lang="en-US" altLang="ko-KR" sz="1050" dirty="0">
                <a:solidFill>
                  <a:schemeClr val="tx1"/>
                </a:solidFill>
              </a:rPr>
              <a:t>/ 22</a:t>
            </a:r>
            <a:endParaRPr kumimoji="1" lang="ko-KR" altLang="en-US" sz="105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6039146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</p:sldLayoutIdLst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  <p:txStyles>
    <p:titleStyle>
      <a:lvl1pPr algn="l" defTabSz="514350" rtl="0" eaLnBrk="1" latinLnBrk="1" hangingPunct="1">
        <a:lnSpc>
          <a:spcPct val="90000"/>
        </a:lnSpc>
        <a:spcBef>
          <a:spcPct val="0"/>
        </a:spcBef>
        <a:buNone/>
        <a:defRPr sz="3200" kern="1200">
          <a:solidFill>
            <a:schemeClr val="tx1"/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</p:titleStyle>
    <p:bodyStyle>
      <a:lvl1pPr marL="257175" indent="-257175" algn="l" defTabSz="514350" rtl="0" eaLnBrk="1" latinLnBrk="1" hangingPunct="1">
        <a:lnSpc>
          <a:spcPct val="150000"/>
        </a:lnSpc>
        <a:spcBef>
          <a:spcPts val="563"/>
        </a:spcBef>
        <a:buFont typeface="Wingdings" charset="2"/>
        <a:buChar char="ü"/>
        <a:defRPr sz="24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471488" indent="-214313" algn="l" defTabSz="514350" rtl="0" eaLnBrk="1" latinLnBrk="1" hangingPunct="1">
        <a:lnSpc>
          <a:spcPct val="150000"/>
        </a:lnSpc>
        <a:spcBef>
          <a:spcPts val="281"/>
        </a:spcBef>
        <a:buFont typeface="Wingdings" charset="2"/>
        <a:buChar char="ü"/>
        <a:defRPr sz="18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728663" indent="-214313" algn="l" defTabSz="514350" rtl="0" eaLnBrk="1" latinLnBrk="1" hangingPunct="1">
        <a:lnSpc>
          <a:spcPct val="150000"/>
        </a:lnSpc>
        <a:spcBef>
          <a:spcPts val="281"/>
        </a:spcBef>
        <a:buFont typeface="Wingdings" charset="2"/>
        <a:buChar char="ü"/>
        <a:defRPr sz="16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985838" indent="-214313" algn="l" defTabSz="514350" rtl="0" eaLnBrk="1" latinLnBrk="1" hangingPunct="1">
        <a:lnSpc>
          <a:spcPct val="150000"/>
        </a:lnSpc>
        <a:spcBef>
          <a:spcPts val="281"/>
        </a:spcBef>
        <a:buFont typeface="Wingdings" charset="2"/>
        <a:buChar char="ü"/>
        <a:defRPr sz="16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1243013" indent="-214313" algn="l" defTabSz="514350" rtl="0" eaLnBrk="1" latinLnBrk="1" hangingPunct="1">
        <a:lnSpc>
          <a:spcPct val="150000"/>
        </a:lnSpc>
        <a:spcBef>
          <a:spcPts val="281"/>
        </a:spcBef>
        <a:buFont typeface="Wingdings" charset="2"/>
        <a:buChar char="ü"/>
        <a:defRPr sz="12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1414463" indent="-128588" algn="l" defTabSz="514350" rtl="0" eaLnBrk="1" latinLnBrk="1" hangingPunct="1">
        <a:lnSpc>
          <a:spcPct val="90000"/>
        </a:lnSpc>
        <a:spcBef>
          <a:spcPts val="281"/>
        </a:spcBef>
        <a:buFont typeface="Arial"/>
        <a:buChar char="•"/>
        <a:defRPr sz="1013" kern="1200">
          <a:solidFill>
            <a:schemeClr val="tx1"/>
          </a:solidFill>
          <a:latin typeface="+mn-lt"/>
          <a:ea typeface="+mn-ea"/>
          <a:cs typeface="+mn-cs"/>
        </a:defRPr>
      </a:lvl6pPr>
      <a:lvl7pPr marL="1671638" indent="-128588" algn="l" defTabSz="514350" rtl="0" eaLnBrk="1" latinLnBrk="1" hangingPunct="1">
        <a:lnSpc>
          <a:spcPct val="90000"/>
        </a:lnSpc>
        <a:spcBef>
          <a:spcPts val="281"/>
        </a:spcBef>
        <a:buFont typeface="Arial"/>
        <a:buChar char="•"/>
        <a:defRPr sz="1013" kern="1200">
          <a:solidFill>
            <a:schemeClr val="tx1"/>
          </a:solidFill>
          <a:latin typeface="+mn-lt"/>
          <a:ea typeface="+mn-ea"/>
          <a:cs typeface="+mn-cs"/>
        </a:defRPr>
      </a:lvl7pPr>
      <a:lvl8pPr marL="1928813" indent="-128588" algn="l" defTabSz="514350" rtl="0" eaLnBrk="1" latinLnBrk="1" hangingPunct="1">
        <a:lnSpc>
          <a:spcPct val="90000"/>
        </a:lnSpc>
        <a:spcBef>
          <a:spcPts val="281"/>
        </a:spcBef>
        <a:buFont typeface="Arial"/>
        <a:buChar char="•"/>
        <a:defRPr sz="1013" kern="1200">
          <a:solidFill>
            <a:schemeClr val="tx1"/>
          </a:solidFill>
          <a:latin typeface="+mn-lt"/>
          <a:ea typeface="+mn-ea"/>
          <a:cs typeface="+mn-cs"/>
        </a:defRPr>
      </a:lvl8pPr>
      <a:lvl9pPr marL="2185988" indent="-128588" algn="l" defTabSz="514350" rtl="0" eaLnBrk="1" latinLnBrk="1" hangingPunct="1">
        <a:lnSpc>
          <a:spcPct val="90000"/>
        </a:lnSpc>
        <a:spcBef>
          <a:spcPts val="281"/>
        </a:spcBef>
        <a:buFont typeface="Arial"/>
        <a:buChar char="•"/>
        <a:defRPr sz="1013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514350" rtl="0" eaLnBrk="1" latinLnBrk="1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1pPr>
      <a:lvl2pPr marL="257175" algn="l" defTabSz="514350" rtl="0" eaLnBrk="1" latinLnBrk="1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2pPr>
      <a:lvl3pPr marL="514350" algn="l" defTabSz="514350" rtl="0" eaLnBrk="1" latinLnBrk="1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3pPr>
      <a:lvl4pPr marL="771525" algn="l" defTabSz="514350" rtl="0" eaLnBrk="1" latinLnBrk="1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4pPr>
      <a:lvl5pPr marL="1028700" algn="l" defTabSz="514350" rtl="0" eaLnBrk="1" latinLnBrk="1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5pPr>
      <a:lvl6pPr marL="1285875" algn="l" defTabSz="514350" rtl="0" eaLnBrk="1" latinLnBrk="1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6pPr>
      <a:lvl7pPr marL="1543050" algn="l" defTabSz="514350" rtl="0" eaLnBrk="1" latinLnBrk="1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7pPr>
      <a:lvl8pPr marL="1800225" algn="l" defTabSz="514350" rtl="0" eaLnBrk="1" latinLnBrk="1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8pPr>
      <a:lvl9pPr marL="2057400" algn="l" defTabSz="514350" rtl="0" eaLnBrk="1" latinLnBrk="1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FE3598F-4E3F-3EE3-C305-D03F2D14C70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2E34F782-153B-88AE-86E5-E64654A9FE9F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25186343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>
</file>

<file path=ppt/theme/theme1.xml><?xml version="1.0" encoding="utf-8"?>
<a:theme xmlns:a="http://schemas.openxmlformats.org/drawingml/2006/main" name="phy_present_wide_light">
  <a:themeElements>
    <a:clrScheme name="사용자 지정 1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00C11D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/>
      <a:bodyPr wrap="square">
        <a:spAutoFit/>
      </a:bodyPr>
      <a:lstStyle>
        <a:defPPr algn="ctr">
          <a:defRPr kumimoji="1" sz="2000" b="1" dirty="0" smtClean="0">
            <a:latin typeface="Arial" panose="020B0604020202020204" pitchFamily="34" charset="0"/>
            <a:cs typeface="Arial" panose="020B0604020202020204" pitchFamily="34" charset="0"/>
          </a:defRPr>
        </a:defPPr>
      </a:lstStyle>
    </a:spDef>
    <a:lnDef>
      <a:spPr>
        <a:ln w="12700">
          <a:headEnd type="none" w="lg" len="lg"/>
          <a:tailEnd type="none" w="lg" len="lg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none" rtlCol="0">
        <a:spAutoFit/>
      </a:bodyPr>
      <a:lstStyle>
        <a:defPPr algn="l">
          <a:lnSpc>
            <a:spcPct val="150000"/>
          </a:lnSpc>
          <a:defRPr kumimoji="1" sz="2000" b="1" dirty="0" smtClean="0">
            <a:latin typeface="Arial" panose="020B0604020202020204" pitchFamily="34" charset="0"/>
            <a:cs typeface="Arial" panose="020B0604020202020204" pitchFamily="34" charset="0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phy_present_wide_light" id="{B682DCEF-9B1D-8841-8C03-B59993AB33ED}" vid="{20E18A43-79AE-9646-8C71-E559D91F96BC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</TotalTime>
  <Words>0</Words>
  <Application>Microsoft Macintosh PowerPoint</Application>
  <PresentationFormat>와이드스크린</PresentationFormat>
  <Paragraphs>0</Paragraphs>
  <Slides>1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</vt:i4>
      </vt:variant>
    </vt:vector>
  </HeadingPairs>
  <TitlesOfParts>
    <vt:vector size="6" baseType="lpstr">
      <vt:lpstr>맑은 고딕</vt:lpstr>
      <vt:lpstr>Arial</vt:lpstr>
      <vt:lpstr>Courier New</vt:lpstr>
      <vt:lpstr>Wingdings</vt:lpstr>
      <vt:lpstr>phy_present_wide_light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Dong Hyun David Lee</dc:creator>
  <cp:lastModifiedBy>Dong Hyun David Lee</cp:lastModifiedBy>
  <cp:revision>4</cp:revision>
  <dcterms:created xsi:type="dcterms:W3CDTF">2026-08-14T09:14:06Z</dcterms:created>
  <dcterms:modified xsi:type="dcterms:W3CDTF">2026-08-15T15:47:01Z</dcterms:modified>
</cp:coreProperties>
</file>
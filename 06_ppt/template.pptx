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9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83"/>
    <p:restoredTop sz="94659"/>
  </p:normalViewPr>
  <p:slideViewPr>
    <p:cSldViewPr snapToGrid="0">
      <p:cViewPr>
        <p:scale>
          <a:sx n="118" d="100"/>
          <a:sy n="118" d="100"/>
        </p:scale>
        <p:origin x="194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764455"/>
            <a:ext cx="9144000" cy="2700594"/>
          </a:xfrm>
        </p:spPr>
        <p:txBody>
          <a:bodyPr anchor="b">
            <a:normAutofit/>
          </a:bodyPr>
          <a:lstStyle>
            <a:lvl1pPr algn="ctr">
              <a:defRPr sz="4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1524000" y="3774758"/>
            <a:ext cx="9144000" cy="2271063"/>
          </a:xfrm>
        </p:spPr>
        <p:txBody>
          <a:bodyPr>
            <a:normAutofit/>
          </a:bodyPr>
          <a:lstStyle>
            <a:lvl1pPr marL="0" indent="0" algn="ctr">
              <a:buNone/>
              <a:defRPr sz="21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kumimoji="1" lang="ko-KR" altLang="en-US"/>
              <a:t>클릭하여 마스터 부제목 스타일 편집</a:t>
            </a:r>
            <a:endParaRPr kumimoji="1"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22279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222798"/>
            <a:ext cx="41148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kumimoji="1" lang="ko-KR" altLang="en-US"/>
          </a:p>
        </p:txBody>
      </p:sp>
      <p:cxnSp>
        <p:nvCxnSpPr>
          <p:cNvPr id="6" name="Straight Connector 8">
            <a:extLst>
              <a:ext uri="{FF2B5EF4-FFF2-40B4-BE49-F238E27FC236}">
                <a16:creationId xmlns:a16="http://schemas.microsoft.com/office/drawing/2014/main" id="{5ECF5E78-1C30-DEFB-F2F4-CB18884819D0}"/>
              </a:ext>
            </a:extLst>
          </p:cNvPr>
          <p:cNvCxnSpPr>
            <a:cxnSpLocks/>
          </p:cNvCxnSpPr>
          <p:nvPr/>
        </p:nvCxnSpPr>
        <p:spPr>
          <a:xfrm>
            <a:off x="437881" y="3642025"/>
            <a:ext cx="1123037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911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720000" y="1252330"/>
            <a:ext cx="10633800" cy="4949502"/>
          </a:xfrm>
        </p:spPr>
        <p:txBody>
          <a:bodyPr/>
          <a:lstStyle>
            <a:lvl1pPr latinLnBrk="0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kumimoji="1" lang="en-US" altLang="ko-KR" dirty="0"/>
              <a:t> </a:t>
            </a:r>
            <a:r>
              <a:rPr kumimoji="1" lang="ko-KR" altLang="en-US" dirty="0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kumimoji="1" lang="ko-KR" altLang="en-US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9BB5037-91DD-915D-51B8-2B0AE69659C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08527" y="758907"/>
            <a:ext cx="11056746" cy="340051"/>
          </a:xfrm>
        </p:spPr>
        <p:txBody>
          <a:bodyPr>
            <a:normAutofit/>
          </a:bodyPr>
          <a:lstStyle>
            <a:lvl1pPr marL="0" indent="0" latinLnBrk="0">
              <a:lnSpc>
                <a:spcPct val="100000"/>
              </a:lnSpc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753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20000" y="5742879"/>
            <a:ext cx="10633800" cy="698559"/>
          </a:xfrm>
        </p:spPr>
        <p:txBody>
          <a:bodyPr>
            <a:normAutofit/>
          </a:bodyPr>
          <a:lstStyle>
            <a:lvl1pPr latinLnBrk="0">
              <a:defRPr sz="2200"/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2" name="제목 6">
            <a:extLst>
              <a:ext uri="{FF2B5EF4-FFF2-40B4-BE49-F238E27FC236}">
                <a16:creationId xmlns:a16="http://schemas.microsoft.com/office/drawing/2014/main" id="{D69A4A81-638F-0781-19F0-C38096B7A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27" y="42782"/>
            <a:ext cx="11298562" cy="716125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E0FD76C-36BC-1493-469E-A2ACBE11F62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08527" y="758907"/>
            <a:ext cx="11056746" cy="340051"/>
          </a:xfrm>
        </p:spPr>
        <p:txBody>
          <a:bodyPr>
            <a:normAutofit/>
          </a:bodyPr>
          <a:lstStyle>
            <a:lvl1pPr marL="0" indent="0" latinLnBrk="0">
              <a:lnSpc>
                <a:spcPct val="100000"/>
              </a:lnSpc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146767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1" y="1709749"/>
            <a:ext cx="10515600" cy="2799720"/>
          </a:xfrm>
        </p:spPr>
        <p:txBody>
          <a:bodyPr anchor="b">
            <a:normAutofit/>
          </a:bodyPr>
          <a:lstStyle>
            <a:lvl1pPr latinLnBrk="0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1" y="458947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cxnSp>
        <p:nvCxnSpPr>
          <p:cNvPr id="7" name="직선 연결선[R] 6"/>
          <p:cNvCxnSpPr/>
          <p:nvPr/>
        </p:nvCxnSpPr>
        <p:spPr>
          <a:xfrm>
            <a:off x="831851" y="4509468"/>
            <a:ext cx="10515600" cy="0"/>
          </a:xfrm>
          <a:prstGeom prst="line">
            <a:avLst/>
          </a:prstGeom>
          <a:ln w="66675" cmpd="dbl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88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00813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10" name="제목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5538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66460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백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76897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35"/>
            <a:ext cx="6172200" cy="487362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72232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35"/>
            <a:ext cx="6172200" cy="4873625"/>
          </a:xfrm>
        </p:spPr>
        <p:txBody>
          <a:bodyPr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kumimoji="1"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1057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43159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3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8793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preserve="1">
  <p:cSld name="2_제목 및 내용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5"/>
          <p:cNvSpPr txBox="1">
            <a:spLocks noGrp="1"/>
          </p:cNvSpPr>
          <p:nvPr>
            <p:ph type="body" idx="1"/>
          </p:nvPr>
        </p:nvSpPr>
        <p:spPr>
          <a:xfrm>
            <a:off x="720000" y="4935691"/>
            <a:ext cx="10633800" cy="1517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42900" lvl="0" indent="-257175" algn="l">
              <a:lnSpc>
                <a:spcPct val="15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Font typeface="Wingdings" charset="2"/>
              <a:buChar char="ü"/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lvl="1" indent="-266700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/>
            </a:lvl2pPr>
            <a:lvl3pPr marL="1028700" lvl="2" indent="-257175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urier New" panose="02070309020205020404" pitchFamily="49" charset="0"/>
              <a:buChar char="o"/>
              <a:defRPr/>
            </a:lvl3pPr>
            <a:lvl4pPr marL="1371600" lvl="3" indent="-257175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✔"/>
              <a:defRPr/>
            </a:lvl4pPr>
            <a:lvl5pPr marL="1714500" lvl="4" indent="-257175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✔"/>
              <a:defRPr/>
            </a:lvl5pPr>
            <a:lvl6pPr marL="2057400" lvl="5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400300" lvl="6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743200" lvl="7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086100" lvl="8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7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311ED3F7-D977-4046-97E6-A3D7881A4583}" type="datetime1">
              <a:rPr kumimoji="1" lang="ko-KR" altLang="en-US" smtClean="0"/>
              <a:t>2026. 8. 19.</a:t>
            </a:fld>
            <a:endParaRPr kumimoji="1" lang="ko-KR" altLang="en-US" dirty="0"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7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kumimoji="1" lang="ko-KR" altLang="en-US" dirty="0"/>
          </a:p>
        </p:txBody>
      </p:sp>
      <p:sp>
        <p:nvSpPr>
          <p:cNvPr id="35" name="Google Shape;35;p25"/>
          <p:cNvSpPr txBox="1">
            <a:spLocks noGrp="1"/>
          </p:cNvSpPr>
          <p:nvPr>
            <p:ph type="title"/>
          </p:nvPr>
        </p:nvSpPr>
        <p:spPr>
          <a:xfrm>
            <a:off x="480000" y="29233"/>
            <a:ext cx="11520000" cy="866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36" name="Google Shape;36;p25"/>
          <p:cNvCxnSpPr/>
          <p:nvPr/>
        </p:nvCxnSpPr>
        <p:spPr>
          <a:xfrm>
            <a:off x="422991" y="933061"/>
            <a:ext cx="11250844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834311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B0E099-CB03-03AC-26C3-7E13B1EC31BC}"/>
              </a:ext>
            </a:extLst>
          </p:cNvPr>
          <p:cNvSpPr>
            <a:spLocks/>
          </p:cNvSpPr>
          <p:nvPr/>
        </p:nvSpPr>
        <p:spPr>
          <a:xfrm>
            <a:off x="0" y="6529591"/>
            <a:ext cx="12192000" cy="337078"/>
          </a:xfrm>
          <a:prstGeom prst="rect">
            <a:avLst/>
          </a:prstGeom>
          <a:gradFill>
            <a:gsLst>
              <a:gs pos="0">
                <a:schemeClr val="accent1"/>
              </a:gs>
              <a:gs pos="3000">
                <a:schemeClr val="accent1">
                  <a:satMod val="103000"/>
                  <a:tint val="94000"/>
                  <a:alpha val="70000"/>
                  <a:lumMod val="80000"/>
                  <a:lumOff val="20000"/>
                </a:schemeClr>
              </a:gs>
              <a:gs pos="50000">
                <a:srgbClr val="00BC16">
                  <a:alpha val="60000"/>
                </a:srgbClr>
              </a:gs>
              <a:gs pos="100000">
                <a:schemeClr val="accent1">
                  <a:satMod val="120000"/>
                  <a:shade val="78000"/>
                  <a:alpha val="70000"/>
                  <a:lumMod val="90000"/>
                </a:schemeClr>
              </a:gs>
            </a:gsLst>
          </a:gra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ko-KR" altLang="en-US" sz="1350"/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08527" y="42782"/>
            <a:ext cx="11298562" cy="71612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endParaRPr kumimoji="1"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0000" y="946403"/>
            <a:ext cx="10633800" cy="5255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 </a:t>
            </a:r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en-US" altLang="ko-KR" dirty="0"/>
              <a:t> </a:t>
            </a:r>
            <a:r>
              <a:rPr kumimoji="1" lang="ko-KR" altLang="en-US" dirty="0"/>
              <a:t>두 번째 수준</a:t>
            </a:r>
          </a:p>
          <a:p>
            <a:pPr lvl="2"/>
            <a:r>
              <a:rPr kumimoji="1" lang="en-US" altLang="ko-KR" dirty="0"/>
              <a:t> </a:t>
            </a:r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6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2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CACCA-3741-0D40-A94E-41DBB1D0486F}" type="datetimeFigureOut">
              <a:rPr kumimoji="1" lang="ko-KR" altLang="en-US" smtClean="0"/>
              <a:t>2026. 8. 19.</a:t>
            </a:fld>
            <a:endParaRPr kumimoji="1" lang="ko-KR" altLang="en-US"/>
          </a:p>
        </p:txBody>
      </p:sp>
      <p:cxnSp>
        <p:nvCxnSpPr>
          <p:cNvPr id="11" name="직선 연결선[R] 10"/>
          <p:cNvCxnSpPr/>
          <p:nvPr/>
        </p:nvCxnSpPr>
        <p:spPr>
          <a:xfrm>
            <a:off x="422991" y="773171"/>
            <a:ext cx="1125084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슬라이드 번호 개체 틀 7"/>
          <p:cNvSpPr txBox="1">
            <a:spLocks/>
          </p:cNvSpPr>
          <p:nvPr/>
        </p:nvSpPr>
        <p:spPr>
          <a:xfrm>
            <a:off x="10784467" y="6512242"/>
            <a:ext cx="1407532" cy="365125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10C2363-CD13-5E42-92B2-063CBE42B11F}" type="slidenum">
              <a:rPr kumimoji="1" lang="ko-KR" altLang="en-US" sz="1050" smtClean="0">
                <a:solidFill>
                  <a:schemeClr val="tx1"/>
                </a:solidFill>
              </a:rPr>
              <a:pPr/>
              <a:t>‹#›</a:t>
            </a:fld>
            <a:r>
              <a:rPr kumimoji="1" lang="ko-KR" altLang="en-US" sz="1050" dirty="0">
                <a:solidFill>
                  <a:schemeClr val="tx1"/>
                </a:solidFill>
              </a:rPr>
              <a:t> </a:t>
            </a:r>
            <a:r>
              <a:rPr kumimoji="1" lang="en-US" altLang="ko-KR" sz="1050" dirty="0">
                <a:solidFill>
                  <a:schemeClr val="tx1"/>
                </a:solidFill>
              </a:rPr>
              <a:t>/ 6</a:t>
            </a:r>
            <a:endParaRPr kumimoji="1" lang="ko-KR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39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51435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indent="-257175" algn="l" defTabSz="514350" rtl="0" eaLnBrk="1" latinLnBrk="1" hangingPunct="1">
        <a:lnSpc>
          <a:spcPct val="150000"/>
        </a:lnSpc>
        <a:spcBef>
          <a:spcPts val="563"/>
        </a:spcBef>
        <a:buFont typeface="Wingdings" charset="2"/>
        <a:buChar char="ü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71488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728663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85838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243013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414463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E3598F-4E3F-3EE3-C305-D03F2D14C7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E34F782-153B-88AE-86E5-E64654A9FE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18634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0BB0F6A-3DD6-9F11-E4B9-360341CF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57F5307-0F67-22BC-A088-1377A8DF3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EA2495-06A5-5C93-B478-85C638D01C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ko-KR" dirty="0"/>
              <a:t>Some subtitle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1907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phy_present_wide_light">
  <a:themeElements>
    <a:clrScheme name="사용자 지정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C11D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>
        <a:spAutoFit/>
      </a:bodyPr>
      <a:lstStyle>
        <a:defPPr algn="ctr">
          <a:defRPr kumimoji="1" sz="2000" b="1"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>
        <a:ln w="12700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50000"/>
          </a:lnSpc>
          <a:defRPr kumimoji="1" sz="2000" b="1"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hy_present_wide_light" id="{B682DCEF-9B1D-8841-8C03-B59993AB33ED}" vid="{20E18A43-79AE-9646-8C71-E559D91F96B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2</Words>
  <Application>Microsoft Macintosh PowerPoint</Application>
  <PresentationFormat>와이드스크린</PresentationFormat>
  <Paragraphs>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맑은 고딕</vt:lpstr>
      <vt:lpstr>Arial</vt:lpstr>
      <vt:lpstr>Courier New</vt:lpstr>
      <vt:lpstr>Wingdings</vt:lpstr>
      <vt:lpstr>phy_present_wide_light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Dong Hyun David Lee</dc:creator>
  <cp:lastModifiedBy>Dong Hyun David Lee</cp:lastModifiedBy>
  <cp:revision>10</cp:revision>
  <dcterms:created xsi:type="dcterms:W3CDTF">2026-08-14T09:14:06Z</dcterms:created>
  <dcterms:modified xsi:type="dcterms:W3CDTF">2026-08-19T01:58:14Z</dcterms:modified>
</cp:coreProperties>
</file>